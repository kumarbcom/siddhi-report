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LAPP Products Used in Equipment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Component Integration Overview (With Images)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Drag 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Matching LAPP Product: LAPP SILVYN® CHAIN</a:t>
            </a:r>
          </a:p>
          <a:p>
            <a:pPr lvl="1"/>
            <a:r>
              <a:t>LAPP's SILVYN® CHAIN systems are designed for cable protection and management in dynamic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Movement Cables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Matching LAPP Product: LAPP ÖLFLEX® SERVO FD</a:t>
            </a:r>
          </a:p>
          <a:p>
            <a:pPr lvl="1"/>
            <a:r>
              <a:t>ÖLFLEX® FD cables are highly flexible cables specifically engineered for continuous movement within drag chains. Suitable for applications due to their high flexibility and durability in constantly moving parts.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Cabinet and Cable Glands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Matching LAPP Product: LAPP SKINTOP® Cable Gland</a:t>
            </a:r>
          </a:p>
          <a:p>
            <a:pPr lvl="1"/>
            <a:r>
              <a:t>SKINTOP® cable glands provide secure, strain-relieved, and often liquid-tight cable entry into control cabinets.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Cabinet Wiring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Matching LAPP Product: LAPP ÖLFLEX® UNIPLUS</a:t>
            </a:r>
          </a:p>
          <a:p>
            <a:pPr lvl="1"/>
            <a:r>
              <a:t>ÖLFLEX® UNIPLUS single-core cables are ideal for internal wiring of devices and control cabinets.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Cable Bundling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Matching LAPP Product: LAPP KW Plastic Coil</a:t>
            </a:r>
          </a:p>
          <a:p>
            <a:pPr lvl="1"/>
            <a:r>
              <a:t>KW plastic coils are used for easy and quick bundling of cables, providing mechanical protection and organization.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 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Matching LAPP Product: LAPP EPIC® M12</a:t>
            </a:r>
          </a:p>
          <a:p>
            <a:pPr lvl="1"/>
            <a:r>
              <a:t>EPIC® circular connectors, such as M12 connectors, are suitable for robust data, signal, and power connections in industrial applications, offering vibration protection and easy assembly.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Laptop Connection and Data Cables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Matching LAPP Product: UNITRONIC® &amp; ETHERLINE®</a:t>
            </a:r>
          </a:p>
          <a:p>
            <a:pPr lvl="1"/>
            <a:r>
              <a:t>UNITRONIC® (Data &amp; Communication Cables) and ETHERLINE® (Industrial Ethernet Cables) are used for reliable data transmission and network connectivity.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Product Images</a:t>
            </a:r>
          </a:p>
        </p:txBody>
      </p:sp>
      <p:pic>
        <p:nvPicPr>
          <p:cNvPr id="3" name="Picture 2" descr="media__17840318662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123928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Product Images</a:t>
            </a:r>
          </a:p>
        </p:txBody>
      </p:sp>
      <p:pic>
        <p:nvPicPr>
          <p:cNvPr id="3" name="Picture 2" descr="media__17840315792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7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Product Images</a:t>
            </a:r>
          </a:p>
        </p:txBody>
      </p:sp>
      <p:pic>
        <p:nvPicPr>
          <p:cNvPr id="3" name="Picture 2" descr="media__1784031565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5345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Product Images</a:t>
            </a:r>
          </a:p>
        </p:txBody>
      </p:sp>
      <p:pic>
        <p:nvPicPr>
          <p:cNvPr id="3" name="Picture 2" descr="media__17840315535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054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Product Images</a:t>
            </a:r>
          </a:p>
        </p:txBody>
      </p:sp>
      <p:pic>
        <p:nvPicPr>
          <p:cNvPr id="3" name="Picture 2" descr="media__1784031544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049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Product Images</a:t>
            </a:r>
          </a:p>
        </p:txBody>
      </p:sp>
      <p:pic>
        <p:nvPicPr>
          <p:cNvPr id="3" name="Picture 2" descr="media__17840315332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4476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Product Images</a:t>
            </a:r>
          </a:p>
        </p:txBody>
      </p:sp>
      <p:pic>
        <p:nvPicPr>
          <p:cNvPr id="3" name="Picture 2" descr="media__1784031524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2694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Product Images</a:t>
            </a:r>
          </a:p>
        </p:txBody>
      </p:sp>
      <p:pic>
        <p:nvPicPr>
          <p:cNvPr id="3" name="Picture 2" descr="media__17840315332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447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Product Images</a:t>
            </a:r>
          </a:p>
        </p:txBody>
      </p:sp>
      <p:pic>
        <p:nvPicPr>
          <p:cNvPr id="3" name="Picture 2" descr="media__1784031395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Product Images</a:t>
            </a:r>
          </a:p>
        </p:txBody>
      </p:sp>
      <p:pic>
        <p:nvPicPr>
          <p:cNvPr id="3" name="Picture 2" descr="media__17840313951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Product Images</a:t>
            </a:r>
          </a:p>
        </p:txBody>
      </p:sp>
      <p:pic>
        <p:nvPicPr>
          <p:cNvPr id="3" name="Picture 2" descr="media__17840313951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Product Images</a:t>
            </a:r>
          </a:p>
        </p:txBody>
      </p:sp>
      <p:pic>
        <p:nvPicPr>
          <p:cNvPr id="3" name="Picture 2" descr="media__1784031395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