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LAPP Products Used in Equipment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Component Integration &amp; Image Matching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Drag Chains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defRPr b="1"/>
            </a:pPr>
            <a:r>
              <a:t>Matching LAPP Product: LAPP SILVYN® CHAIN</a:t>
            </a:r>
          </a:p>
          <a:p>
            <a:pPr lvl="1"/>
            <a:r>
              <a:t>LAPP's SILVYN® CHAIN systems are designed for cable protection and management in dynamic applications.</a:t>
            </a:r>
          </a:p>
        </p:txBody>
      </p:sp>
      <p:pic>
        <p:nvPicPr>
          <p:cNvPr id="4" name="Picture 3" descr="media__17840313951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5486400"/>
          </a:xfrm>
          <a:prstGeom prst="rect">
            <a:avLst/>
          </a:prstGeom>
        </p:spPr>
      </p:pic>
      <p:pic>
        <p:nvPicPr>
          <p:cNvPr id="5" name="Picture 4" descr="media__1784031544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114800"/>
            <a:ext cx="3657600" cy="18024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Continuous Movement Cables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defRPr b="1"/>
            </a:pPr>
            <a:r>
              <a:t>Matching LAPP Product: LAPP ÖLFLEX® SERVO FD</a:t>
            </a:r>
          </a:p>
          <a:p>
            <a:pPr lvl="1"/>
            <a:r>
              <a:t>ÖLFLEX® FD cables are highly flexible cables specifically engineered for continuous movement within drag chains. Suitable for applications due to their high flexibility and durability in constantly moving parts.</a:t>
            </a:r>
          </a:p>
        </p:txBody>
      </p:sp>
      <p:pic>
        <p:nvPicPr>
          <p:cNvPr id="4" name="Picture 3" descr="media__17840313951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5486400"/>
          </a:xfrm>
          <a:prstGeom prst="rect">
            <a:avLst/>
          </a:prstGeom>
        </p:spPr>
      </p:pic>
      <p:pic>
        <p:nvPicPr>
          <p:cNvPr id="5" name="Picture 4" descr="media__17840315332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114800"/>
            <a:ext cx="3657600" cy="22238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Cabinet and Cable Glands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defRPr b="1"/>
            </a:pPr>
            <a:r>
              <a:t>Matching LAPP Product: LAPP SKINTOP® Cable Gland</a:t>
            </a:r>
          </a:p>
          <a:p>
            <a:pPr lvl="1"/>
            <a:r>
              <a:t>SKINTOP® cable glands provide secure, strain-relieved, and often liquid-tight cable entry into control cabinets.</a:t>
            </a:r>
          </a:p>
        </p:txBody>
      </p:sp>
      <p:pic>
        <p:nvPicPr>
          <p:cNvPr id="4" name="Picture 3" descr="media__1784031395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5486400"/>
          </a:xfrm>
          <a:prstGeom prst="rect">
            <a:avLst/>
          </a:prstGeom>
        </p:spPr>
      </p:pic>
      <p:pic>
        <p:nvPicPr>
          <p:cNvPr id="5" name="Picture 4" descr="media__17840315535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114800"/>
            <a:ext cx="3657600" cy="15274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Cabinet Wiring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defRPr b="1"/>
            </a:pPr>
            <a:r>
              <a:t>Matching LAPP Product: LAPP ÖLFLEX® UNIPLUS</a:t>
            </a:r>
          </a:p>
          <a:p>
            <a:pPr lvl="1"/>
            <a:r>
              <a:t>ÖLFLEX® UNIPLUS single-core cables are ideal for internal wiring of devices and control cabinets.</a:t>
            </a:r>
          </a:p>
        </p:txBody>
      </p:sp>
      <p:pic>
        <p:nvPicPr>
          <p:cNvPr id="4" name="Picture 3" descr="media__17840315332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501798"/>
          </a:xfrm>
          <a:prstGeom prst="rect">
            <a:avLst/>
          </a:prstGeom>
        </p:spPr>
      </p:pic>
      <p:pic>
        <p:nvPicPr>
          <p:cNvPr id="5" name="Picture 4" descr="media__17840315651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114800"/>
            <a:ext cx="3657600" cy="12672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Cable Bundling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defRPr b="1"/>
            </a:pPr>
            <a:r>
              <a:t>Matching LAPP Product: LAPP KW Plastic Coil</a:t>
            </a:r>
          </a:p>
          <a:p>
            <a:pPr lvl="1"/>
            <a:r>
              <a:t>KW plastic coils are used for easy and quick bundling of cables, providing mechanical protection and organization.</a:t>
            </a:r>
          </a:p>
        </p:txBody>
      </p:sp>
      <p:pic>
        <p:nvPicPr>
          <p:cNvPr id="4" name="Picture 3" descr="media__17840313951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5486400"/>
          </a:xfrm>
          <a:prstGeom prst="rect">
            <a:avLst/>
          </a:prstGeom>
        </p:spPr>
      </p:pic>
      <p:pic>
        <p:nvPicPr>
          <p:cNvPr id="5" name="Picture 4" descr="media__17840315792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114800"/>
            <a:ext cx="3657600" cy="20588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Circular Connectors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defRPr b="1"/>
            </a:pPr>
            <a:r>
              <a:t>Matching LAPP Product: LAPP EPIC® M12</a:t>
            </a:r>
          </a:p>
          <a:p>
            <a:pPr lvl="1"/>
            <a:r>
              <a:t>EPIC® circular connectors, such as M12 connectors, are suitable for robust data, signal, and power connections in industrial applications, offering vibration protection and easy assembly.</a:t>
            </a:r>
          </a:p>
        </p:txBody>
      </p:sp>
      <p:pic>
        <p:nvPicPr>
          <p:cNvPr id="4" name="Picture 3" descr="media__1784031395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5486400"/>
          </a:xfrm>
          <a:prstGeom prst="rect">
            <a:avLst/>
          </a:prstGeom>
        </p:spPr>
      </p:pic>
      <p:pic>
        <p:nvPicPr>
          <p:cNvPr id="5" name="Picture 4" descr="media__17840318662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114800"/>
            <a:ext cx="3657600" cy="61964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Laptop Connection and Data Cables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pPr>
              <a:defRPr b="1"/>
            </a:pPr>
            <a:r>
              <a:t>Matching LAPP Product: UNITRONIC® &amp; ETHERLINE®</a:t>
            </a:r>
          </a:p>
          <a:p>
            <a:pPr lvl="1"/>
            <a:r>
              <a:t>UNITRONIC® (Data &amp; Communication Cables) and ETHERLINE® (Industrial Ethernet Cables) are used for reliable data transmission and network connectivity.</a:t>
            </a:r>
          </a:p>
        </p:txBody>
      </p:sp>
      <p:pic>
        <p:nvPicPr>
          <p:cNvPr id="4" name="Picture 3" descr="media__17840315241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0" cy="11347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