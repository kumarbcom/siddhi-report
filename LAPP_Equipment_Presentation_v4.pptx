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LAPP Products Used in Equipment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Component Integration &amp; Image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Drag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SILVYN® CHAIN</a:t>
            </a:r>
          </a:p>
          <a:p>
            <a:br/>
            <a:pPr>
              <a:defRPr sz="1800"/>
            </a:pPr>
            <a:r>
              <a:t>LAPP's SILVYN® CHAIN systems are designed for cable protection and management in dynamic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395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16459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544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445324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Movement 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ÖLFLEX® SERVO FD</a:t>
            </a:r>
          </a:p>
          <a:p>
            <a:br/>
            <a:pPr>
              <a:defRPr sz="1800"/>
            </a:pPr>
            <a:r>
              <a:t>ÖLFLEX® FD cables are highly flexible cables specifically engineered for continuous movement within drag chains. Suitable for applications due to their high flexibility and durability in constantly moving parts.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395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16459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5332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360947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and Cable Glands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SKINTOP® Cable Gland</a:t>
            </a:r>
          </a:p>
          <a:p>
            <a:br/>
            <a:pPr>
              <a:defRPr sz="1800"/>
            </a:pPr>
            <a:r>
              <a:t>SKINTOP® cable glands provide secure, strain-relieved, and often liquid-tight cable entry into control cabinets.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395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16459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553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5255172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ÖLFLEX® UNIPLUS</a:t>
            </a:r>
          </a:p>
          <a:p>
            <a:br/>
            <a:pPr>
              <a:defRPr sz="1800"/>
            </a:pPr>
            <a:r>
              <a:t>ÖLFLEX® UNIPLUS single-core cables are ideal for internal wiring of devices and control cabinets.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533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609474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565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6333838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Cable Bundling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KW Plastic Coil</a:t>
            </a:r>
          </a:p>
          <a:p>
            <a:br/>
            <a:pPr>
              <a:defRPr sz="1800"/>
            </a:pPr>
            <a:r>
              <a:t>KW plastic coils are used for easy and quick bundling of cables, providing mechanical protection and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395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16459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5792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3898669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LAPP EPIC® M12</a:t>
            </a:r>
          </a:p>
          <a:p>
            <a:br/>
            <a:pPr>
              <a:defRPr sz="1800"/>
            </a:pPr>
            <a:r>
              <a:t>EPIC® circular connectors, such as M12 connectors, are suitable for robust data, signal, and power connections in industrial applications, offering vibration protection and easy assembly.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Application in Equipment:</a:t>
            </a:r>
          </a:p>
        </p:txBody>
      </p:sp>
      <p:pic>
        <p:nvPicPr>
          <p:cNvPr id="5" name="Picture 4" descr="media__1784031395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16459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7" name="Picture 6" descr="media__1784031866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1295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Laptop Connection and Data 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Matching LAPP Product: UNITRONIC® &amp; ETHERLINE®</a:t>
            </a:r>
          </a:p>
          <a:p>
            <a:br/>
            <a:pPr>
              <a:defRPr sz="1800"/>
            </a:pPr>
            <a:r>
              <a:t>UNITRONIC® (Data &amp; Communication Cables) and ETHERLINE® (Industrial Ethernet Cables) are used for reliable data transmission and network connectivity.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LAPP Product:</a:t>
            </a:r>
          </a:p>
        </p:txBody>
      </p:sp>
      <p:pic>
        <p:nvPicPr>
          <p:cNvPr id="5" name="Picture 4" descr="media__1784031524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7073874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